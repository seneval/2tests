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77" r:id="rId4"/>
    <p:sldId id="276" r:id="rId5"/>
    <p:sldId id="278" r:id="rId6"/>
    <p:sldId id="282" r:id="rId7"/>
    <p:sldId id="275" r:id="rId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ctr" defTabSz="457200">
              <a:lnSpc>
                <a:spcPct val="100000"/>
              </a:lnSpc>
              <a:defRPr sz="4400" b="0" spc="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lIns="45718" tIns="45718" rIns="45718" bIns="45718"/>
          <a:lstStyle>
            <a:lvl1pPr algn="ctr" defTabSz="457200">
              <a:spcBef>
                <a:spcPts val="700"/>
              </a:spcBef>
              <a:defRPr sz="3200" b="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0" indent="0" algn="ctr" defTabSz="457200">
              <a:spcBef>
                <a:spcPts val="700"/>
              </a:spcBef>
              <a:buSzTx/>
              <a:buNone/>
              <a:defRPr sz="3200" b="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0" indent="0" algn="ctr" defTabSz="457200">
              <a:spcBef>
                <a:spcPts val="700"/>
              </a:spcBef>
              <a:buSzTx/>
              <a:buNone/>
              <a:defRPr sz="3200" b="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0" indent="0" algn="ctr" defTabSz="457200">
              <a:spcBef>
                <a:spcPts val="700"/>
              </a:spcBef>
              <a:buSzTx/>
              <a:buNone/>
              <a:defRPr sz="3200" b="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0" indent="0" algn="ctr" defTabSz="457200">
              <a:spcBef>
                <a:spcPts val="700"/>
              </a:spcBef>
              <a:buSzTx/>
              <a:buNone/>
              <a:defRPr sz="3200" b="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81" y="6404294"/>
            <a:ext cx="258620" cy="269237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ctr" defTabSz="457200">
              <a:lnSpc>
                <a:spcPct val="100000"/>
              </a:lnSpc>
              <a:defRPr sz="4400" b="0" spc="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45718" tIns="45718" rIns="45718" bIns="45718"/>
          <a:lstStyle>
            <a:lvl1pPr marL="342900" indent="-342900" defTabSz="457200">
              <a:spcBef>
                <a:spcPts val="700"/>
              </a:spcBef>
              <a:buSzPct val="100000"/>
              <a:buFont typeface="Arial"/>
              <a:buChar char="•"/>
              <a:defRPr sz="3200" b="0">
                <a:latin typeface="+mj-lt"/>
                <a:ea typeface="+mj-ea"/>
                <a:cs typeface="+mj-cs"/>
                <a:sym typeface="Calibri"/>
              </a:defRPr>
            </a:lvl1pPr>
            <a:lvl2pPr marL="783771" indent="-326571" defTabSz="457200">
              <a:spcBef>
                <a:spcPts val="700"/>
              </a:spcBef>
              <a:buFont typeface="Arial"/>
              <a:defRPr sz="3200" b="0">
                <a:latin typeface="+mj-lt"/>
                <a:ea typeface="+mj-ea"/>
                <a:cs typeface="+mj-cs"/>
                <a:sym typeface="Calibri"/>
              </a:defRPr>
            </a:lvl2pPr>
            <a:lvl3pPr marL="1219200" indent="-304800" defTabSz="457200">
              <a:spcBef>
                <a:spcPts val="700"/>
              </a:spcBef>
              <a:buFont typeface="Arial"/>
              <a:defRPr sz="3200" b="0">
                <a:latin typeface="+mj-lt"/>
                <a:ea typeface="+mj-ea"/>
                <a:cs typeface="+mj-cs"/>
                <a:sym typeface="Calibri"/>
              </a:defRPr>
            </a:lvl3pPr>
            <a:lvl4pPr marL="1737360" indent="-365760" defTabSz="457200">
              <a:spcBef>
                <a:spcPts val="700"/>
              </a:spcBef>
              <a:buFont typeface="Arial"/>
              <a:defRPr sz="3200" b="0">
                <a:latin typeface="+mj-lt"/>
                <a:ea typeface="+mj-ea"/>
                <a:cs typeface="+mj-cs"/>
                <a:sym typeface="Calibri"/>
              </a:defRPr>
            </a:lvl4pPr>
            <a:lvl5pPr marL="2194560" indent="-365760" defTabSz="457200">
              <a:spcBef>
                <a:spcPts val="700"/>
              </a:spcBef>
              <a:buFont typeface="Arial"/>
              <a:defRPr sz="3200" b="0"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81" y="6404294"/>
            <a:ext cx="258620" cy="269237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lIns="45718" tIns="45718" rIns="45718" bIns="45718" anchor="t"/>
          <a:lstStyle>
            <a:lvl1pPr defTabSz="457200">
              <a:lnSpc>
                <a:spcPct val="100000"/>
              </a:lnSpc>
              <a:defRPr sz="4000" cap="all" spc="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203"/>
          </a:xfrm>
          <a:prstGeom prst="rect">
            <a:avLst/>
          </a:prstGeom>
        </p:spPr>
        <p:txBody>
          <a:bodyPr lIns="45718" tIns="45718" rIns="45718" bIns="45718" anchor="b"/>
          <a:lstStyle>
            <a:lvl1pPr defTabSz="457200">
              <a:spcBef>
                <a:spcPts val="400"/>
              </a:spcBef>
              <a:defRPr sz="2000" b="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0" indent="0" defTabSz="457200">
              <a:spcBef>
                <a:spcPts val="400"/>
              </a:spcBef>
              <a:buSzTx/>
              <a:buNone/>
              <a:defRPr sz="2000" b="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0" indent="0" defTabSz="457200">
              <a:spcBef>
                <a:spcPts val="400"/>
              </a:spcBef>
              <a:buSzTx/>
              <a:buNone/>
              <a:defRPr sz="2000" b="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0" indent="0" defTabSz="457200">
              <a:spcBef>
                <a:spcPts val="400"/>
              </a:spcBef>
              <a:buSzTx/>
              <a:buNone/>
              <a:defRPr sz="2000" b="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0" indent="0" defTabSz="457200">
              <a:spcBef>
                <a:spcPts val="400"/>
              </a:spcBef>
              <a:buSzTx/>
              <a:buNone/>
              <a:defRPr sz="2000" b="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81" y="6404294"/>
            <a:ext cx="258620" cy="269237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ctr" defTabSz="457200">
              <a:lnSpc>
                <a:spcPct val="100000"/>
              </a:lnSpc>
              <a:defRPr sz="4400" b="0" spc="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lIns="45718" tIns="45718" rIns="45718" bIns="45718"/>
          <a:lstStyle>
            <a:lvl1pPr marL="342900" indent="-342900" defTabSz="457200">
              <a:spcBef>
                <a:spcPts val="600"/>
              </a:spcBef>
              <a:buSzPct val="100000"/>
              <a:buFont typeface="Arial"/>
              <a:buChar char="•"/>
              <a:defRPr sz="2800" b="0">
                <a:latin typeface="+mj-lt"/>
                <a:ea typeface="+mj-ea"/>
                <a:cs typeface="+mj-cs"/>
                <a:sym typeface="Calibri"/>
              </a:defRPr>
            </a:lvl1pPr>
            <a:lvl2pPr marL="790575" indent="-333375" defTabSz="457200">
              <a:spcBef>
                <a:spcPts val="600"/>
              </a:spcBef>
              <a:buFont typeface="Arial"/>
              <a:defRPr sz="2800" b="0">
                <a:latin typeface="+mj-lt"/>
                <a:ea typeface="+mj-ea"/>
                <a:cs typeface="+mj-cs"/>
                <a:sym typeface="Calibri"/>
              </a:defRPr>
            </a:lvl2pPr>
            <a:lvl3pPr marL="1234438" indent="-320038" defTabSz="457200">
              <a:spcBef>
                <a:spcPts val="600"/>
              </a:spcBef>
              <a:buFont typeface="Arial"/>
              <a:defRPr sz="2800" b="0">
                <a:latin typeface="+mj-lt"/>
                <a:ea typeface="+mj-ea"/>
                <a:cs typeface="+mj-cs"/>
                <a:sym typeface="Calibri"/>
              </a:defRPr>
            </a:lvl3pPr>
            <a:lvl4pPr marL="1727200" indent="-355600" defTabSz="457200">
              <a:spcBef>
                <a:spcPts val="600"/>
              </a:spcBef>
              <a:buFont typeface="Arial"/>
              <a:defRPr sz="2800" b="0">
                <a:latin typeface="+mj-lt"/>
                <a:ea typeface="+mj-ea"/>
                <a:cs typeface="+mj-cs"/>
                <a:sym typeface="Calibri"/>
              </a:defRPr>
            </a:lvl4pPr>
            <a:lvl5pPr marL="2184400" indent="-355600" defTabSz="457200">
              <a:spcBef>
                <a:spcPts val="600"/>
              </a:spcBef>
              <a:buFont typeface="Arial"/>
              <a:defRPr sz="2800" b="0"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81" y="6404294"/>
            <a:ext cx="258620" cy="269237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ctr" defTabSz="457200">
              <a:lnSpc>
                <a:spcPct val="100000"/>
              </a:lnSpc>
              <a:defRPr sz="4400" b="0" spc="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lIns="45718" tIns="45718" rIns="45718" bIns="45718" anchor="b"/>
          <a:lstStyle>
            <a:lvl1pPr defTabSz="457200">
              <a:spcBef>
                <a:spcPts val="500"/>
              </a:spcBef>
              <a:defRPr sz="2400">
                <a:latin typeface="+mj-lt"/>
                <a:ea typeface="+mj-ea"/>
                <a:cs typeface="+mj-cs"/>
                <a:sym typeface="Calibri"/>
              </a:defRPr>
            </a:lvl1pPr>
            <a:lvl2pPr marL="0" indent="0" defTabSz="457200">
              <a:spcBef>
                <a:spcPts val="500"/>
              </a:spcBef>
              <a:buSzTx/>
              <a:buNone/>
              <a:defRPr sz="2400">
                <a:latin typeface="+mj-lt"/>
                <a:ea typeface="+mj-ea"/>
                <a:cs typeface="+mj-cs"/>
                <a:sym typeface="Calibri"/>
              </a:defRPr>
            </a:lvl2pPr>
            <a:lvl3pPr marL="0" indent="0" defTabSz="457200">
              <a:spcBef>
                <a:spcPts val="500"/>
              </a:spcBef>
              <a:buSzTx/>
              <a:buNone/>
              <a:defRPr sz="2400">
                <a:latin typeface="+mj-lt"/>
                <a:ea typeface="+mj-ea"/>
                <a:cs typeface="+mj-cs"/>
                <a:sym typeface="Calibri"/>
              </a:defRPr>
            </a:lvl3pPr>
            <a:lvl4pPr marL="0" indent="0" defTabSz="457200">
              <a:spcBef>
                <a:spcPts val="500"/>
              </a:spcBef>
              <a:buSzTx/>
              <a:buNone/>
              <a:defRPr sz="2400">
                <a:latin typeface="+mj-lt"/>
                <a:ea typeface="+mj-ea"/>
                <a:cs typeface="+mj-cs"/>
                <a:sym typeface="Calibri"/>
              </a:defRPr>
            </a:lvl4pPr>
            <a:lvl5pPr marL="0" indent="0" defTabSz="457200">
              <a:spcBef>
                <a:spcPts val="500"/>
              </a:spcBef>
              <a:buSzTx/>
              <a:buNone/>
              <a:defRPr sz="2400"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71"/>
          </a:xfrm>
          <a:prstGeom prst="rect">
            <a:avLst/>
          </a:prstGeom>
        </p:spPr>
        <p:txBody>
          <a:bodyPr lIns="45718" tIns="45718" rIns="45718" bIns="45718"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81" y="6404294"/>
            <a:ext cx="258620" cy="269237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ctr" defTabSz="457200">
              <a:lnSpc>
                <a:spcPct val="100000"/>
              </a:lnSpc>
              <a:defRPr sz="4400" b="0" spc="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81" y="6404294"/>
            <a:ext cx="258620" cy="269237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81" y="6404294"/>
            <a:ext cx="258620" cy="269237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lIns="45718" tIns="45718" rIns="45718" bIns="45718"/>
          <a:lstStyle>
            <a:lvl1pPr defTabSz="457200">
              <a:lnSpc>
                <a:spcPct val="100000"/>
              </a:lnSpc>
              <a:defRPr sz="2000" spc="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lIns="45718" tIns="45718" rIns="45718" bIns="45718"/>
          <a:lstStyle>
            <a:lvl1pPr marL="342900" indent="-342900" defTabSz="457200">
              <a:spcBef>
                <a:spcPts val="700"/>
              </a:spcBef>
              <a:buSzPct val="100000"/>
              <a:buFont typeface="Arial"/>
              <a:buChar char="•"/>
              <a:defRPr sz="3200" b="0">
                <a:latin typeface="+mj-lt"/>
                <a:ea typeface="+mj-ea"/>
                <a:cs typeface="+mj-cs"/>
                <a:sym typeface="Calibri"/>
              </a:defRPr>
            </a:lvl1pPr>
            <a:lvl2pPr marL="783771" indent="-326571" defTabSz="457200">
              <a:spcBef>
                <a:spcPts val="700"/>
              </a:spcBef>
              <a:buFont typeface="Arial"/>
              <a:defRPr sz="3200" b="0">
                <a:latin typeface="+mj-lt"/>
                <a:ea typeface="+mj-ea"/>
                <a:cs typeface="+mj-cs"/>
                <a:sym typeface="Calibri"/>
              </a:defRPr>
            </a:lvl2pPr>
            <a:lvl3pPr marL="1219200" indent="-304800" defTabSz="457200">
              <a:spcBef>
                <a:spcPts val="700"/>
              </a:spcBef>
              <a:buFont typeface="Arial"/>
              <a:defRPr sz="3200" b="0">
                <a:latin typeface="+mj-lt"/>
                <a:ea typeface="+mj-ea"/>
                <a:cs typeface="+mj-cs"/>
                <a:sym typeface="Calibri"/>
              </a:defRPr>
            </a:lvl3pPr>
            <a:lvl4pPr marL="1737360" indent="-365760" defTabSz="457200">
              <a:spcBef>
                <a:spcPts val="700"/>
              </a:spcBef>
              <a:buFont typeface="Arial"/>
              <a:defRPr sz="3200" b="0">
                <a:latin typeface="+mj-lt"/>
                <a:ea typeface="+mj-ea"/>
                <a:cs typeface="+mj-cs"/>
                <a:sym typeface="Calibri"/>
              </a:defRPr>
            </a:lvl4pPr>
            <a:lvl5pPr marL="2194560" indent="-365760" defTabSz="457200">
              <a:spcBef>
                <a:spcPts val="700"/>
              </a:spcBef>
              <a:buFont typeface="Arial"/>
              <a:defRPr sz="3200" b="0"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81" y="6404294"/>
            <a:ext cx="258620" cy="269237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lIns="45718" tIns="45718" rIns="45718" bIns="45718"/>
          <a:lstStyle>
            <a:lvl1pPr defTabSz="457200">
              <a:lnSpc>
                <a:spcPct val="100000"/>
              </a:lnSpc>
              <a:defRPr sz="2000" spc="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4" cy="804878"/>
          </a:xfrm>
          <a:prstGeom prst="rect">
            <a:avLst/>
          </a:prstGeom>
        </p:spPr>
        <p:txBody>
          <a:bodyPr lIns="45718" tIns="45718" rIns="45718" bIns="45718"/>
          <a:lstStyle>
            <a:lvl1pPr defTabSz="457200">
              <a:spcBef>
                <a:spcPts val="300"/>
              </a:spcBef>
              <a:defRPr sz="1400" b="0">
                <a:latin typeface="+mj-lt"/>
                <a:ea typeface="+mj-ea"/>
                <a:cs typeface="+mj-cs"/>
                <a:sym typeface="Calibri"/>
              </a:defRPr>
            </a:lvl1pPr>
            <a:lvl2pPr marL="0" indent="0" defTabSz="457200">
              <a:spcBef>
                <a:spcPts val="300"/>
              </a:spcBef>
              <a:buSzTx/>
              <a:buNone/>
              <a:defRPr sz="1400" b="0">
                <a:latin typeface="+mj-lt"/>
                <a:ea typeface="+mj-ea"/>
                <a:cs typeface="+mj-cs"/>
                <a:sym typeface="Calibri"/>
              </a:defRPr>
            </a:lvl2pPr>
            <a:lvl3pPr marL="0" indent="0" defTabSz="457200">
              <a:spcBef>
                <a:spcPts val="300"/>
              </a:spcBef>
              <a:buSzTx/>
              <a:buNone/>
              <a:defRPr sz="1400" b="0">
                <a:latin typeface="+mj-lt"/>
                <a:ea typeface="+mj-ea"/>
                <a:cs typeface="+mj-cs"/>
                <a:sym typeface="Calibri"/>
              </a:defRPr>
            </a:lvl3pPr>
            <a:lvl4pPr marL="0" indent="0" defTabSz="457200">
              <a:spcBef>
                <a:spcPts val="300"/>
              </a:spcBef>
              <a:buSzTx/>
              <a:buNone/>
              <a:defRPr sz="1400" b="0">
                <a:latin typeface="+mj-lt"/>
                <a:ea typeface="+mj-ea"/>
                <a:cs typeface="+mj-cs"/>
                <a:sym typeface="Calibri"/>
              </a:defRPr>
            </a:lvl4pPr>
            <a:lvl5pPr marL="0" indent="0" defTabSz="457200">
              <a:spcBef>
                <a:spcPts val="300"/>
              </a:spcBef>
              <a:buSzTx/>
              <a:buNone/>
              <a:defRPr sz="1400" b="0"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81" y="6404294"/>
            <a:ext cx="258620" cy="269237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Autor y fecha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3" name="Título de presentación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Título de presentación</a:t>
            </a:r>
          </a:p>
        </p:txBody>
      </p:sp>
      <p:sp>
        <p:nvSpPr>
          <p:cNvPr id="94" name="Body Level One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044" y="3611405"/>
            <a:ext cx="10974060" cy="951519"/>
          </a:xfrm>
          <a:prstGeom prst="rect">
            <a:avLst/>
          </a:prstGeom>
        </p:spPr>
        <p:txBody>
          <a:bodyPr lIns="25373" tIns="25373" rIns="25373" bIns="25373"/>
          <a:lstStyle>
            <a:lvl1pPr defTabSz="412750">
              <a:defRPr sz="2600"/>
            </a:lvl1pPr>
          </a:lstStyle>
          <a:p>
            <a:r>
              <a:t>Subtítulo de presentación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00042" y="5927326"/>
            <a:ext cx="10974062" cy="318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36" tIns="22836" rIns="22836" bIns="22836">
            <a:normAutofit/>
          </a:bodyPr>
          <a:lstStyle/>
          <a:p>
            <a:r>
              <a:t>Autor y fecha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Título de presentación"/>
          <p:cNvSpPr txBox="1">
            <a:spLocks noGrp="1"/>
          </p:cNvSpPr>
          <p:nvPr>
            <p:ph type="title" hasCustomPrompt="1"/>
          </p:nvPr>
        </p:nvSpPr>
        <p:spPr>
          <a:xfrm>
            <a:off x="602618" y="1289726"/>
            <a:ext cx="10974062" cy="232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73" tIns="25373" rIns="25373" bIns="25373" anchor="b">
            <a:normAutofit/>
          </a:bodyPr>
          <a:lstStyle/>
          <a:p>
            <a:r>
              <a:t>Título de presentación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91255" y="6537118"/>
            <a:ext cx="190549" cy="187246"/>
          </a:xfrm>
          <a:prstGeom prst="rect">
            <a:avLst/>
          </a:prstGeom>
          <a:ln w="12700">
            <a:miter lim="400000"/>
          </a:ln>
        </p:spPr>
        <p:txBody>
          <a:bodyPr wrap="none" lIns="25373" tIns="25373" rIns="25373" bIns="25373" anchor="b">
            <a:spAutoFit/>
          </a:bodyPr>
          <a:lstStyle>
            <a:lvl1pPr algn="ctr" defTabSz="292100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121916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1" i="0" u="none" strike="noStrike" cap="none" spc="-116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l" defTabSz="121916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1" i="0" u="none" strike="noStrike" cap="none" spc="-116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l" defTabSz="121916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1" i="0" u="none" strike="noStrike" cap="none" spc="-116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l" defTabSz="121916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1" i="0" u="none" strike="noStrike" cap="none" spc="-116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l" defTabSz="121916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1" i="0" u="none" strike="noStrike" cap="none" spc="-116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0" algn="l" defTabSz="121916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1" i="0" u="none" strike="noStrike" cap="none" spc="-116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0" algn="l" defTabSz="121916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1" i="0" u="none" strike="noStrike" cap="none" spc="-116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0" algn="l" defTabSz="121916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1" i="0" u="none" strike="noStrike" cap="none" spc="-116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0" algn="l" defTabSz="121916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1" i="0" u="none" strike="noStrike" cap="none" spc="-116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0" marR="0" indent="0" algn="l" defTabSz="4086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7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0689" marR="0" indent="-173489" algn="l" defTabSz="408622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7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076325" marR="0" indent="-161925" algn="l" defTabSz="408622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7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565910" marR="0" indent="-194310" algn="l" defTabSz="408622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7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023110" marR="0" indent="-194310" algn="l" defTabSz="408622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»"/>
        <a:tabLst/>
        <a:defRPr sz="17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480310" marR="0" indent="-194310" algn="l" defTabSz="408622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7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937510" marR="0" indent="-194310" algn="l" defTabSz="408622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7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394709" marR="0" indent="-194309" algn="l" defTabSz="408622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7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3851909" marR="0" indent="-194309" algn="l" defTabSz="408622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700" b="1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n-pegada.pdf" descr="imagen-pegada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589" y="2995309"/>
            <a:ext cx="2282122" cy="8673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imagen-pegada.pdf" descr="imagen-pegada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48428" y="-3030404"/>
            <a:ext cx="18810522" cy="16371248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AGNP 26"/>
          <p:cNvSpPr txBox="1"/>
          <p:nvPr/>
        </p:nvSpPr>
        <p:spPr>
          <a:xfrm>
            <a:off x="0" y="4581446"/>
            <a:ext cx="12179304" cy="3726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73" tIns="25373" rIns="25373" bIns="25373">
            <a:spAutoFit/>
          </a:bodyPr>
          <a:lstStyle>
            <a:lvl1pPr defTabSz="177800">
              <a:lnSpc>
                <a:spcPct val="70000"/>
              </a:lnSpc>
              <a:spcBef>
                <a:spcPts val="2300"/>
              </a:spcBef>
              <a:defRPr sz="13000" i="1" spc="-1236">
                <a:solidFill>
                  <a:srgbClr val="383838"/>
                </a:solidFill>
                <a:latin typeface="PP Editorial Old Ultralight"/>
                <a:ea typeface="PP Editorial Old Ultralight"/>
                <a:cs typeface="PP Editorial Old Ultralight"/>
                <a:sym typeface="PP Editorial Old Ultralight"/>
              </a:defRPr>
            </a:lvl1pPr>
          </a:lstStyle>
          <a:p>
            <a:r>
              <a:rPr dirty="0"/>
              <a:t>Cielo </a:t>
            </a:r>
            <a:r>
              <a:rPr dirty="0" err="1"/>
              <a:t>Mágico</a:t>
            </a:r>
            <a:endParaRPr dirty="0"/>
          </a:p>
        </p:txBody>
      </p:sp>
      <p:sp>
        <p:nvSpPr>
          <p:cNvPr id="108" name="Reporte de resultados: 18 de abril al 4 de mayo."/>
          <p:cNvSpPr txBox="1"/>
          <p:nvPr/>
        </p:nvSpPr>
        <p:spPr>
          <a:xfrm>
            <a:off x="264650" y="3458729"/>
            <a:ext cx="9888675" cy="558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73" tIns="25373" rIns="25373" bIns="25373" anchor="ctr">
            <a:spAutoFit/>
          </a:bodyPr>
          <a:lstStyle>
            <a:lvl1pPr defTabSz="1219168">
              <a:lnSpc>
                <a:spcPct val="90000"/>
              </a:lnSpc>
              <a:spcBef>
                <a:spcPts val="2200"/>
              </a:spcBef>
              <a:defRPr sz="3600">
                <a:solidFill>
                  <a:srgbClr val="383838"/>
                </a:solidFill>
                <a:latin typeface="TWK Lausanne 500"/>
                <a:ea typeface="TWK Lausanne 500"/>
                <a:cs typeface="TWK Lausanne 500"/>
                <a:sym typeface="TWK Lausanne 500"/>
              </a:defRPr>
            </a:lvl1pPr>
          </a:lstStyle>
          <a:p>
            <a:r>
              <a:t>Recap del 21 al 27 de septiembre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 txBox="1"/>
          <p:nvPr/>
        </p:nvSpPr>
        <p:spPr>
          <a:xfrm>
            <a:off x="731520" y="65836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7 DE SEPTIEMBRE AL 4 DE OCTUBRE</a:t>
            </a:r>
          </a:p>
        </p:txBody>
      </p:sp>
      <p:sp>
        <p:nvSpPr>
          <p:cNvPr id="102" name="TextBox 2"/>
          <p:cNvSpPr txBox="1"/>
          <p:nvPr/>
        </p:nvSpPr>
        <p:spPr>
          <a:xfrm>
            <a:off x="731520" y="96926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400" b="1">
                <a:solidFill>
                  <a:srgbClr val="383838"/>
                </a:solidFill>
                <a:latin typeface="Inter"/>
              </a:defRPr>
            </a:pPr>
            <a:r>
              <a:rPr lang="es-MX" noProof="1"/>
              <a:t>La venta diaria</a:t>
            </a:r>
          </a:p>
        </p:txBody>
      </p:sp>
      <p:cxnSp>
        <p:nvCxnSpPr>
          <p:cNvPr id="103" name="Objetivo 100"/>
          <p:cNvCxnSpPr/>
          <p:nvPr/>
        </p:nvCxnSpPr>
        <p:spPr>
          <a:xfrm>
            <a:off x="640080" y="4523520"/>
            <a:ext cx="8129001" cy="0"/>
          </a:xfrm>
          <a:prstGeom prst="line">
            <a:avLst/>
          </a:prstGeom>
          <a:ln w="15875">
            <a:solidFill>
              <a:srgbClr val="38383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Objetivo 160"/>
          <p:cNvCxnSpPr/>
          <p:nvPr/>
        </p:nvCxnSpPr>
        <p:spPr>
          <a:xfrm>
            <a:off x="8769081" y="4055520"/>
            <a:ext cx="2770647" cy="0"/>
          </a:xfrm>
          <a:prstGeom prst="line">
            <a:avLst/>
          </a:prstGeom>
          <a:ln w="15875">
            <a:solidFill>
              <a:srgbClr val="38383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Objetivo salto"/>
          <p:cNvCxnSpPr/>
          <p:nvPr/>
        </p:nvCxnSpPr>
        <p:spPr>
          <a:xfrm>
            <a:off x="8769081" y="4055520"/>
            <a:ext cx="0" cy="468000"/>
          </a:xfrm>
          <a:prstGeom prst="line">
            <a:avLst/>
          </a:prstGeom>
          <a:ln w="15875">
            <a:solidFill>
              <a:srgbClr val="38383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bjetivo 100 texto"/>
          <p:cNvSpPr txBox="1"/>
          <p:nvPr/>
        </p:nvSpPr>
        <p:spPr>
          <a:xfrm>
            <a:off x="640080" y="42309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OBJETIVO 100</a:t>
            </a:r>
          </a:p>
        </p:txBody>
      </p:sp>
      <p:sp>
        <p:nvSpPr>
          <p:cNvPr id="107" name="Barra 7"/>
          <p:cNvSpPr/>
          <p:nvPr/>
        </p:nvSpPr>
        <p:spPr>
          <a:xfrm>
            <a:off x="782890" y="4999320"/>
            <a:ext cx="280000" cy="3042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Valor 7"/>
          <p:cNvSpPr txBox="1"/>
          <p:nvPr/>
        </p:nvSpPr>
        <p:spPr>
          <a:xfrm>
            <a:off x="648570" y="47250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39</a:t>
            </a:r>
          </a:p>
        </p:txBody>
      </p:sp>
      <p:sp>
        <p:nvSpPr>
          <p:cNvPr id="109" name="Dia 7"/>
          <p:cNvSpPr txBox="1"/>
          <p:nvPr/>
        </p:nvSpPr>
        <p:spPr>
          <a:xfrm>
            <a:off x="648570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7</a:t>
            </a:r>
          </a:p>
        </p:txBody>
      </p:sp>
      <p:sp>
        <p:nvSpPr>
          <p:cNvPr id="110" name="Barra 8"/>
          <p:cNvSpPr/>
          <p:nvPr/>
        </p:nvSpPr>
        <p:spPr>
          <a:xfrm>
            <a:off x="1165631" y="5077320"/>
            <a:ext cx="280000" cy="2262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Valor 8"/>
          <p:cNvSpPr txBox="1"/>
          <p:nvPr/>
        </p:nvSpPr>
        <p:spPr>
          <a:xfrm>
            <a:off x="1031311" y="48030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29</a:t>
            </a:r>
          </a:p>
        </p:txBody>
      </p:sp>
      <p:sp>
        <p:nvSpPr>
          <p:cNvPr id="112" name="Dia 8"/>
          <p:cNvSpPr txBox="1"/>
          <p:nvPr/>
        </p:nvSpPr>
        <p:spPr>
          <a:xfrm>
            <a:off x="1031311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8</a:t>
            </a:r>
          </a:p>
        </p:txBody>
      </p:sp>
      <p:sp>
        <p:nvSpPr>
          <p:cNvPr id="113" name="Barra 9"/>
          <p:cNvSpPr/>
          <p:nvPr/>
        </p:nvSpPr>
        <p:spPr>
          <a:xfrm>
            <a:off x="1548372" y="5014920"/>
            <a:ext cx="280000" cy="2886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Valor 9"/>
          <p:cNvSpPr txBox="1"/>
          <p:nvPr/>
        </p:nvSpPr>
        <p:spPr>
          <a:xfrm>
            <a:off x="1414052" y="47406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37</a:t>
            </a:r>
          </a:p>
        </p:txBody>
      </p:sp>
      <p:sp>
        <p:nvSpPr>
          <p:cNvPr id="115" name="Dia 9"/>
          <p:cNvSpPr txBox="1"/>
          <p:nvPr/>
        </p:nvSpPr>
        <p:spPr>
          <a:xfrm>
            <a:off x="1414052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9</a:t>
            </a:r>
          </a:p>
        </p:txBody>
      </p:sp>
      <p:sp>
        <p:nvSpPr>
          <p:cNvPr id="116" name="Barra 10"/>
          <p:cNvSpPr/>
          <p:nvPr/>
        </p:nvSpPr>
        <p:spPr>
          <a:xfrm>
            <a:off x="1931113" y="5038320"/>
            <a:ext cx="280000" cy="2652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Valor 10"/>
          <p:cNvSpPr txBox="1"/>
          <p:nvPr/>
        </p:nvSpPr>
        <p:spPr>
          <a:xfrm>
            <a:off x="1796793" y="47640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34</a:t>
            </a:r>
          </a:p>
        </p:txBody>
      </p:sp>
      <p:sp>
        <p:nvSpPr>
          <p:cNvPr id="118" name="Dia 10"/>
          <p:cNvSpPr txBox="1"/>
          <p:nvPr/>
        </p:nvSpPr>
        <p:spPr>
          <a:xfrm>
            <a:off x="1796793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10</a:t>
            </a:r>
          </a:p>
        </p:txBody>
      </p:sp>
      <p:sp>
        <p:nvSpPr>
          <p:cNvPr id="119" name="Barra 11"/>
          <p:cNvSpPr/>
          <p:nvPr/>
        </p:nvSpPr>
        <p:spPr>
          <a:xfrm>
            <a:off x="2313854" y="4983720"/>
            <a:ext cx="280000" cy="3198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Valor 11"/>
          <p:cNvSpPr txBox="1"/>
          <p:nvPr/>
        </p:nvSpPr>
        <p:spPr>
          <a:xfrm>
            <a:off x="2179534" y="47094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41</a:t>
            </a:r>
          </a:p>
        </p:txBody>
      </p:sp>
      <p:sp>
        <p:nvSpPr>
          <p:cNvPr id="121" name="Dia 11"/>
          <p:cNvSpPr txBox="1"/>
          <p:nvPr/>
        </p:nvSpPr>
        <p:spPr>
          <a:xfrm>
            <a:off x="2179534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11</a:t>
            </a:r>
          </a:p>
        </p:txBody>
      </p:sp>
      <p:sp>
        <p:nvSpPr>
          <p:cNvPr id="122" name="Barra 12"/>
          <p:cNvSpPr/>
          <p:nvPr/>
        </p:nvSpPr>
        <p:spPr>
          <a:xfrm>
            <a:off x="2696595" y="4601520"/>
            <a:ext cx="280000" cy="7020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Valor 12"/>
          <p:cNvSpPr txBox="1"/>
          <p:nvPr/>
        </p:nvSpPr>
        <p:spPr>
          <a:xfrm>
            <a:off x="2562275" y="43272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90</a:t>
            </a:r>
          </a:p>
        </p:txBody>
      </p:sp>
      <p:sp>
        <p:nvSpPr>
          <p:cNvPr id="124" name="Dia 12"/>
          <p:cNvSpPr txBox="1"/>
          <p:nvPr/>
        </p:nvSpPr>
        <p:spPr>
          <a:xfrm>
            <a:off x="2562275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12</a:t>
            </a:r>
          </a:p>
        </p:txBody>
      </p:sp>
      <p:sp>
        <p:nvSpPr>
          <p:cNvPr id="125" name="Barra 13"/>
          <p:cNvSpPr/>
          <p:nvPr/>
        </p:nvSpPr>
        <p:spPr>
          <a:xfrm>
            <a:off x="3079336" y="4663920"/>
            <a:ext cx="280000" cy="6396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Valor 13"/>
          <p:cNvSpPr txBox="1"/>
          <p:nvPr/>
        </p:nvSpPr>
        <p:spPr>
          <a:xfrm>
            <a:off x="2945016" y="43896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82</a:t>
            </a:r>
          </a:p>
        </p:txBody>
      </p:sp>
      <p:sp>
        <p:nvSpPr>
          <p:cNvPr id="127" name="Dia 13"/>
          <p:cNvSpPr txBox="1"/>
          <p:nvPr/>
        </p:nvSpPr>
        <p:spPr>
          <a:xfrm>
            <a:off x="2945016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13</a:t>
            </a:r>
          </a:p>
        </p:txBody>
      </p:sp>
      <p:sp>
        <p:nvSpPr>
          <p:cNvPr id="128" name="Barra 14"/>
          <p:cNvSpPr/>
          <p:nvPr/>
        </p:nvSpPr>
        <p:spPr>
          <a:xfrm>
            <a:off x="3462077" y="4695120"/>
            <a:ext cx="280000" cy="6084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Valor 14"/>
          <p:cNvSpPr txBox="1"/>
          <p:nvPr/>
        </p:nvSpPr>
        <p:spPr>
          <a:xfrm>
            <a:off x="3327757" y="442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78</a:t>
            </a:r>
          </a:p>
        </p:txBody>
      </p:sp>
      <p:sp>
        <p:nvSpPr>
          <p:cNvPr id="130" name="Dia 14"/>
          <p:cNvSpPr txBox="1"/>
          <p:nvPr/>
        </p:nvSpPr>
        <p:spPr>
          <a:xfrm>
            <a:off x="3327757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14</a:t>
            </a:r>
          </a:p>
        </p:txBody>
      </p:sp>
      <p:sp>
        <p:nvSpPr>
          <p:cNvPr id="131" name="Barra 15"/>
          <p:cNvSpPr/>
          <p:nvPr/>
        </p:nvSpPr>
        <p:spPr>
          <a:xfrm>
            <a:off x="3844818" y="4890120"/>
            <a:ext cx="280000" cy="4134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Valor 15"/>
          <p:cNvSpPr txBox="1"/>
          <p:nvPr/>
        </p:nvSpPr>
        <p:spPr>
          <a:xfrm>
            <a:off x="3710498" y="4615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53</a:t>
            </a:r>
          </a:p>
        </p:txBody>
      </p:sp>
      <p:sp>
        <p:nvSpPr>
          <p:cNvPr id="133" name="Dia 15"/>
          <p:cNvSpPr txBox="1"/>
          <p:nvPr/>
        </p:nvSpPr>
        <p:spPr>
          <a:xfrm>
            <a:off x="3710498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15</a:t>
            </a:r>
          </a:p>
        </p:txBody>
      </p:sp>
      <p:sp>
        <p:nvSpPr>
          <p:cNvPr id="134" name="Barra 16"/>
          <p:cNvSpPr/>
          <p:nvPr/>
        </p:nvSpPr>
        <p:spPr>
          <a:xfrm>
            <a:off x="4227559" y="4601520"/>
            <a:ext cx="280000" cy="7020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Valor 16"/>
          <p:cNvSpPr txBox="1"/>
          <p:nvPr/>
        </p:nvSpPr>
        <p:spPr>
          <a:xfrm>
            <a:off x="4093239" y="43272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90</a:t>
            </a:r>
          </a:p>
        </p:txBody>
      </p:sp>
      <p:sp>
        <p:nvSpPr>
          <p:cNvPr id="136" name="Dia 16"/>
          <p:cNvSpPr txBox="1"/>
          <p:nvPr/>
        </p:nvSpPr>
        <p:spPr>
          <a:xfrm>
            <a:off x="4093239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16</a:t>
            </a:r>
          </a:p>
        </p:txBody>
      </p:sp>
      <p:sp>
        <p:nvSpPr>
          <p:cNvPr id="137" name="Barra 17"/>
          <p:cNvSpPr/>
          <p:nvPr/>
        </p:nvSpPr>
        <p:spPr>
          <a:xfrm>
            <a:off x="4610300" y="4617120"/>
            <a:ext cx="280000" cy="6864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Valor 17"/>
          <p:cNvSpPr txBox="1"/>
          <p:nvPr/>
        </p:nvSpPr>
        <p:spPr>
          <a:xfrm>
            <a:off x="4475980" y="4342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88</a:t>
            </a:r>
          </a:p>
        </p:txBody>
      </p:sp>
      <p:sp>
        <p:nvSpPr>
          <p:cNvPr id="139" name="Dia 17"/>
          <p:cNvSpPr txBox="1"/>
          <p:nvPr/>
        </p:nvSpPr>
        <p:spPr>
          <a:xfrm>
            <a:off x="4475980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17</a:t>
            </a:r>
          </a:p>
        </p:txBody>
      </p:sp>
      <p:sp>
        <p:nvSpPr>
          <p:cNvPr id="140" name="Barra 18"/>
          <p:cNvSpPr/>
          <p:nvPr/>
        </p:nvSpPr>
        <p:spPr>
          <a:xfrm>
            <a:off x="4993041" y="4539120"/>
            <a:ext cx="280000" cy="7644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Valor 18"/>
          <p:cNvSpPr txBox="1"/>
          <p:nvPr/>
        </p:nvSpPr>
        <p:spPr>
          <a:xfrm>
            <a:off x="4858721" y="4264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98</a:t>
            </a:r>
          </a:p>
        </p:txBody>
      </p:sp>
      <p:sp>
        <p:nvSpPr>
          <p:cNvPr id="142" name="Dia 18"/>
          <p:cNvSpPr txBox="1"/>
          <p:nvPr/>
        </p:nvSpPr>
        <p:spPr>
          <a:xfrm>
            <a:off x="4858721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18</a:t>
            </a:r>
          </a:p>
        </p:txBody>
      </p:sp>
      <p:sp>
        <p:nvSpPr>
          <p:cNvPr id="143" name="Barra 19"/>
          <p:cNvSpPr/>
          <p:nvPr/>
        </p:nvSpPr>
        <p:spPr>
          <a:xfrm>
            <a:off x="5375782" y="4375320"/>
            <a:ext cx="280000" cy="9282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Valor 19"/>
          <p:cNvSpPr txBox="1"/>
          <p:nvPr/>
        </p:nvSpPr>
        <p:spPr>
          <a:xfrm>
            <a:off x="5241462" y="41010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119</a:t>
            </a:r>
          </a:p>
        </p:txBody>
      </p:sp>
      <p:sp>
        <p:nvSpPr>
          <p:cNvPr id="145" name="Dia 19"/>
          <p:cNvSpPr txBox="1"/>
          <p:nvPr/>
        </p:nvSpPr>
        <p:spPr>
          <a:xfrm>
            <a:off x="5241462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19</a:t>
            </a:r>
          </a:p>
        </p:txBody>
      </p:sp>
      <p:sp>
        <p:nvSpPr>
          <p:cNvPr id="146" name="Barra 20"/>
          <p:cNvSpPr/>
          <p:nvPr/>
        </p:nvSpPr>
        <p:spPr>
          <a:xfrm>
            <a:off x="5758523" y="4695120"/>
            <a:ext cx="280000" cy="6084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Valor 20"/>
          <p:cNvSpPr txBox="1"/>
          <p:nvPr/>
        </p:nvSpPr>
        <p:spPr>
          <a:xfrm>
            <a:off x="5624203" y="442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78</a:t>
            </a:r>
          </a:p>
        </p:txBody>
      </p:sp>
      <p:sp>
        <p:nvSpPr>
          <p:cNvPr id="148" name="Dia 20"/>
          <p:cNvSpPr txBox="1"/>
          <p:nvPr/>
        </p:nvSpPr>
        <p:spPr>
          <a:xfrm>
            <a:off x="5624203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20</a:t>
            </a:r>
          </a:p>
        </p:txBody>
      </p:sp>
      <p:sp>
        <p:nvSpPr>
          <p:cNvPr id="149" name="Barra 21"/>
          <p:cNvSpPr/>
          <p:nvPr/>
        </p:nvSpPr>
        <p:spPr>
          <a:xfrm>
            <a:off x="6141264" y="4258320"/>
            <a:ext cx="280000" cy="10452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Valor 21"/>
          <p:cNvSpPr txBox="1"/>
          <p:nvPr/>
        </p:nvSpPr>
        <p:spPr>
          <a:xfrm>
            <a:off x="6006944" y="39840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134</a:t>
            </a:r>
          </a:p>
        </p:txBody>
      </p:sp>
      <p:sp>
        <p:nvSpPr>
          <p:cNvPr id="151" name="Dia 21"/>
          <p:cNvSpPr txBox="1"/>
          <p:nvPr/>
        </p:nvSpPr>
        <p:spPr>
          <a:xfrm>
            <a:off x="6006944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21</a:t>
            </a:r>
          </a:p>
        </p:txBody>
      </p:sp>
      <p:sp>
        <p:nvSpPr>
          <p:cNvPr id="152" name="Barra 22"/>
          <p:cNvSpPr/>
          <p:nvPr/>
        </p:nvSpPr>
        <p:spPr>
          <a:xfrm>
            <a:off x="6524005" y="4203720"/>
            <a:ext cx="280000" cy="10998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Valor 22"/>
          <p:cNvSpPr txBox="1"/>
          <p:nvPr/>
        </p:nvSpPr>
        <p:spPr>
          <a:xfrm>
            <a:off x="6389685" y="39294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141</a:t>
            </a:r>
          </a:p>
        </p:txBody>
      </p:sp>
      <p:sp>
        <p:nvSpPr>
          <p:cNvPr id="154" name="Dia 22"/>
          <p:cNvSpPr txBox="1"/>
          <p:nvPr/>
        </p:nvSpPr>
        <p:spPr>
          <a:xfrm>
            <a:off x="6389685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22</a:t>
            </a:r>
          </a:p>
        </p:txBody>
      </p:sp>
      <p:sp>
        <p:nvSpPr>
          <p:cNvPr id="155" name="Barra 23"/>
          <p:cNvSpPr/>
          <p:nvPr/>
        </p:nvSpPr>
        <p:spPr>
          <a:xfrm>
            <a:off x="6906746" y="4468920"/>
            <a:ext cx="280000" cy="8346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Valor 23"/>
          <p:cNvSpPr txBox="1"/>
          <p:nvPr/>
        </p:nvSpPr>
        <p:spPr>
          <a:xfrm>
            <a:off x="6772426" y="41946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107</a:t>
            </a:r>
          </a:p>
        </p:txBody>
      </p:sp>
      <p:sp>
        <p:nvSpPr>
          <p:cNvPr id="157" name="Dia 23"/>
          <p:cNvSpPr txBox="1"/>
          <p:nvPr/>
        </p:nvSpPr>
        <p:spPr>
          <a:xfrm>
            <a:off x="6772426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23</a:t>
            </a:r>
          </a:p>
        </p:txBody>
      </p:sp>
      <p:sp>
        <p:nvSpPr>
          <p:cNvPr id="158" name="Barra 24"/>
          <p:cNvSpPr/>
          <p:nvPr/>
        </p:nvSpPr>
        <p:spPr>
          <a:xfrm>
            <a:off x="7289487" y="4617120"/>
            <a:ext cx="280000" cy="6864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Valor 24"/>
          <p:cNvSpPr txBox="1"/>
          <p:nvPr/>
        </p:nvSpPr>
        <p:spPr>
          <a:xfrm>
            <a:off x="7155167" y="4342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88</a:t>
            </a:r>
          </a:p>
        </p:txBody>
      </p:sp>
      <p:sp>
        <p:nvSpPr>
          <p:cNvPr id="160" name="Dia 24"/>
          <p:cNvSpPr txBox="1"/>
          <p:nvPr/>
        </p:nvSpPr>
        <p:spPr>
          <a:xfrm>
            <a:off x="7155167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24</a:t>
            </a:r>
          </a:p>
        </p:txBody>
      </p:sp>
      <p:sp>
        <p:nvSpPr>
          <p:cNvPr id="161" name="Barra 25"/>
          <p:cNvSpPr/>
          <p:nvPr/>
        </p:nvSpPr>
        <p:spPr>
          <a:xfrm>
            <a:off x="7672228" y="4507920"/>
            <a:ext cx="280000" cy="7956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Valor 25"/>
          <p:cNvSpPr txBox="1"/>
          <p:nvPr/>
        </p:nvSpPr>
        <p:spPr>
          <a:xfrm>
            <a:off x="7537908" y="42336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102</a:t>
            </a:r>
          </a:p>
        </p:txBody>
      </p:sp>
      <p:sp>
        <p:nvSpPr>
          <p:cNvPr id="163" name="Dia 25"/>
          <p:cNvSpPr txBox="1"/>
          <p:nvPr/>
        </p:nvSpPr>
        <p:spPr>
          <a:xfrm>
            <a:off x="7537908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25</a:t>
            </a:r>
          </a:p>
        </p:txBody>
      </p:sp>
      <p:sp>
        <p:nvSpPr>
          <p:cNvPr id="164" name="Barra 26"/>
          <p:cNvSpPr/>
          <p:nvPr/>
        </p:nvSpPr>
        <p:spPr>
          <a:xfrm>
            <a:off x="8054969" y="4234920"/>
            <a:ext cx="280000" cy="10686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Valor 26"/>
          <p:cNvSpPr txBox="1"/>
          <p:nvPr/>
        </p:nvSpPr>
        <p:spPr>
          <a:xfrm>
            <a:off x="7920649" y="39606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137</a:t>
            </a:r>
          </a:p>
        </p:txBody>
      </p:sp>
      <p:sp>
        <p:nvSpPr>
          <p:cNvPr id="166" name="Dia 26"/>
          <p:cNvSpPr txBox="1"/>
          <p:nvPr/>
        </p:nvSpPr>
        <p:spPr>
          <a:xfrm>
            <a:off x="7920649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26</a:t>
            </a:r>
          </a:p>
        </p:txBody>
      </p:sp>
      <p:sp>
        <p:nvSpPr>
          <p:cNvPr id="167" name="Barra 27"/>
          <p:cNvSpPr/>
          <p:nvPr/>
        </p:nvSpPr>
        <p:spPr>
          <a:xfrm>
            <a:off x="8437710" y="3899520"/>
            <a:ext cx="280000" cy="14040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Valor 27"/>
          <p:cNvSpPr txBox="1"/>
          <p:nvPr/>
        </p:nvSpPr>
        <p:spPr>
          <a:xfrm>
            <a:off x="8303390" y="36252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180</a:t>
            </a:r>
          </a:p>
        </p:txBody>
      </p:sp>
      <p:sp>
        <p:nvSpPr>
          <p:cNvPr id="169" name="Dia 27"/>
          <p:cNvSpPr txBox="1"/>
          <p:nvPr/>
        </p:nvSpPr>
        <p:spPr>
          <a:xfrm>
            <a:off x="8303390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27</a:t>
            </a:r>
          </a:p>
        </p:txBody>
      </p:sp>
      <p:sp>
        <p:nvSpPr>
          <p:cNvPr id="170" name="Barra 28"/>
          <p:cNvSpPr/>
          <p:nvPr/>
        </p:nvSpPr>
        <p:spPr>
          <a:xfrm>
            <a:off x="8820451" y="3142920"/>
            <a:ext cx="280000" cy="2160600"/>
          </a:xfrm>
          <a:prstGeom prst="rect">
            <a:avLst/>
          </a:prstGeom>
          <a:solidFill>
            <a:srgbClr val="FF8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Valor 28"/>
          <p:cNvSpPr txBox="1"/>
          <p:nvPr/>
        </p:nvSpPr>
        <p:spPr>
          <a:xfrm>
            <a:off x="8686131" y="28686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277</a:t>
            </a:r>
          </a:p>
        </p:txBody>
      </p:sp>
      <p:sp>
        <p:nvSpPr>
          <p:cNvPr id="172" name="Dia 28"/>
          <p:cNvSpPr txBox="1"/>
          <p:nvPr/>
        </p:nvSpPr>
        <p:spPr>
          <a:xfrm>
            <a:off x="8686131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28</a:t>
            </a:r>
          </a:p>
        </p:txBody>
      </p:sp>
      <p:sp>
        <p:nvSpPr>
          <p:cNvPr id="173" name="Barra 29"/>
          <p:cNvSpPr/>
          <p:nvPr/>
        </p:nvSpPr>
        <p:spPr>
          <a:xfrm>
            <a:off x="9203192" y="2791920"/>
            <a:ext cx="280000" cy="2511600"/>
          </a:xfrm>
          <a:prstGeom prst="rect">
            <a:avLst/>
          </a:prstGeom>
          <a:solidFill>
            <a:srgbClr val="FF8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Valor 29"/>
          <p:cNvSpPr txBox="1"/>
          <p:nvPr/>
        </p:nvSpPr>
        <p:spPr>
          <a:xfrm>
            <a:off x="9068872" y="25176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322</a:t>
            </a:r>
          </a:p>
        </p:txBody>
      </p:sp>
      <p:sp>
        <p:nvSpPr>
          <p:cNvPr id="175" name="Dia 29"/>
          <p:cNvSpPr txBox="1"/>
          <p:nvPr/>
        </p:nvSpPr>
        <p:spPr>
          <a:xfrm>
            <a:off x="9068872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29</a:t>
            </a:r>
          </a:p>
        </p:txBody>
      </p:sp>
      <p:sp>
        <p:nvSpPr>
          <p:cNvPr id="176" name="Barra 30"/>
          <p:cNvSpPr/>
          <p:nvPr/>
        </p:nvSpPr>
        <p:spPr>
          <a:xfrm>
            <a:off x="9585933" y="3275520"/>
            <a:ext cx="280000" cy="2028000"/>
          </a:xfrm>
          <a:prstGeom prst="rect">
            <a:avLst/>
          </a:prstGeom>
          <a:solidFill>
            <a:srgbClr val="FF8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Valor 30"/>
          <p:cNvSpPr txBox="1"/>
          <p:nvPr/>
        </p:nvSpPr>
        <p:spPr>
          <a:xfrm>
            <a:off x="9451613" y="30012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260</a:t>
            </a:r>
          </a:p>
        </p:txBody>
      </p:sp>
      <p:sp>
        <p:nvSpPr>
          <p:cNvPr id="178" name="Dia 30"/>
          <p:cNvSpPr txBox="1"/>
          <p:nvPr/>
        </p:nvSpPr>
        <p:spPr>
          <a:xfrm>
            <a:off x="9451613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30</a:t>
            </a:r>
          </a:p>
        </p:txBody>
      </p:sp>
      <p:sp>
        <p:nvSpPr>
          <p:cNvPr id="179" name="Barra 1"/>
          <p:cNvSpPr/>
          <p:nvPr/>
        </p:nvSpPr>
        <p:spPr>
          <a:xfrm>
            <a:off x="9968674" y="3002520"/>
            <a:ext cx="280000" cy="2301000"/>
          </a:xfrm>
          <a:prstGeom prst="rect">
            <a:avLst/>
          </a:prstGeom>
          <a:solidFill>
            <a:srgbClr val="FF8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Valor 1"/>
          <p:cNvSpPr txBox="1"/>
          <p:nvPr/>
        </p:nvSpPr>
        <p:spPr>
          <a:xfrm>
            <a:off x="9834354" y="27282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295</a:t>
            </a:r>
          </a:p>
        </p:txBody>
      </p:sp>
      <p:sp>
        <p:nvSpPr>
          <p:cNvPr id="181" name="Dia 1"/>
          <p:cNvSpPr txBox="1"/>
          <p:nvPr/>
        </p:nvSpPr>
        <p:spPr>
          <a:xfrm>
            <a:off x="9834354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1</a:t>
            </a:r>
          </a:p>
        </p:txBody>
      </p:sp>
      <p:sp>
        <p:nvSpPr>
          <p:cNvPr id="182" name="Barra 2"/>
          <p:cNvSpPr/>
          <p:nvPr/>
        </p:nvSpPr>
        <p:spPr>
          <a:xfrm>
            <a:off x="10351415" y="4039920"/>
            <a:ext cx="280000" cy="1263600"/>
          </a:xfrm>
          <a:prstGeom prst="rect">
            <a:avLst/>
          </a:prstGeom>
          <a:solidFill>
            <a:srgbClr val="FF8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Valor 2"/>
          <p:cNvSpPr txBox="1"/>
          <p:nvPr/>
        </p:nvSpPr>
        <p:spPr>
          <a:xfrm>
            <a:off x="10217095" y="37656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162</a:t>
            </a:r>
          </a:p>
        </p:txBody>
      </p:sp>
      <p:sp>
        <p:nvSpPr>
          <p:cNvPr id="184" name="Dia 2"/>
          <p:cNvSpPr txBox="1"/>
          <p:nvPr/>
        </p:nvSpPr>
        <p:spPr>
          <a:xfrm>
            <a:off x="10217095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2</a:t>
            </a:r>
          </a:p>
        </p:txBody>
      </p:sp>
      <p:sp>
        <p:nvSpPr>
          <p:cNvPr id="185" name="Barra 3"/>
          <p:cNvSpPr/>
          <p:nvPr/>
        </p:nvSpPr>
        <p:spPr>
          <a:xfrm>
            <a:off x="10734156" y="4039920"/>
            <a:ext cx="280000" cy="1263600"/>
          </a:xfrm>
          <a:prstGeom prst="rect">
            <a:avLst/>
          </a:prstGeom>
          <a:solidFill>
            <a:srgbClr val="FF8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Valor 3"/>
          <p:cNvSpPr txBox="1"/>
          <p:nvPr/>
        </p:nvSpPr>
        <p:spPr>
          <a:xfrm>
            <a:off x="10599836" y="37656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162</a:t>
            </a:r>
          </a:p>
        </p:txBody>
      </p:sp>
      <p:sp>
        <p:nvSpPr>
          <p:cNvPr id="187" name="Dia 3"/>
          <p:cNvSpPr txBox="1"/>
          <p:nvPr/>
        </p:nvSpPr>
        <p:spPr>
          <a:xfrm>
            <a:off x="10599836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3</a:t>
            </a:r>
          </a:p>
        </p:txBody>
      </p:sp>
      <p:sp>
        <p:nvSpPr>
          <p:cNvPr id="188" name="Barra 4"/>
          <p:cNvSpPr/>
          <p:nvPr/>
        </p:nvSpPr>
        <p:spPr>
          <a:xfrm>
            <a:off x="11116897" y="3041520"/>
            <a:ext cx="280000" cy="2262000"/>
          </a:xfrm>
          <a:prstGeom prst="rect">
            <a:avLst/>
          </a:prstGeom>
          <a:solidFill>
            <a:srgbClr val="FF8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Valor 4"/>
          <p:cNvSpPr txBox="1"/>
          <p:nvPr/>
        </p:nvSpPr>
        <p:spPr>
          <a:xfrm>
            <a:off x="10982577" y="27672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290</a:t>
            </a:r>
          </a:p>
        </p:txBody>
      </p:sp>
      <p:sp>
        <p:nvSpPr>
          <p:cNvPr id="190" name="Dia 4"/>
          <p:cNvSpPr txBox="1"/>
          <p:nvPr/>
        </p:nvSpPr>
        <p:spPr>
          <a:xfrm>
            <a:off x="10982577" y="54132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4</a:t>
            </a:r>
          </a:p>
        </p:txBody>
      </p:sp>
      <p:cxnSp>
        <p:nvCxnSpPr>
          <p:cNvPr id="191" name="Semana linea"/>
          <p:cNvCxnSpPr/>
          <p:nvPr/>
        </p:nvCxnSpPr>
        <p:spPr>
          <a:xfrm>
            <a:off x="8769081" y="2103120"/>
            <a:ext cx="0" cy="3255311"/>
          </a:xfrm>
          <a:prstGeom prst="line">
            <a:avLst/>
          </a:prstGeom>
          <a:ln w="15875">
            <a:solidFill>
              <a:srgbClr val="FF843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Semana texto"/>
          <p:cNvSpPr txBox="1"/>
          <p:nvPr/>
        </p:nvSpPr>
        <p:spPr>
          <a:xfrm>
            <a:off x="8860521" y="2075688"/>
            <a:ext cx="26792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FF8431"/>
                </a:solidFill>
                <a:latin typeface="JetBrains Mono Bold"/>
              </a:defRPr>
            </a:pPr>
            <a:r>
              <a:rPr lang="es-MX" noProof="1"/>
              <a:t>SEMANA 28 SEP AL 4 OCT · OBJETIVO 160</a:t>
            </a:r>
          </a:p>
        </p:txBody>
      </p:sp>
      <p:cxnSp>
        <p:nvCxnSpPr>
          <p:cNvPr id="193" name="Tendencia"/>
          <p:cNvCxnSpPr/>
          <p:nvPr/>
        </p:nvCxnSpPr>
        <p:spPr>
          <a:xfrm flipV="1">
            <a:off x="922890" y="3374499.310344828"/>
            <a:ext cx="10334007" cy="1845084.236453202"/>
          </a:xfrm>
          <a:prstGeom prst="line">
            <a:avLst/>
          </a:prstGeom>
          <a:ln w="31750">
            <a:solidFill>
              <a:srgbClr val="CCC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ectangle 71"/>
          <p:cNvSpPr/>
          <p:nvPr/>
        </p:nvSpPr>
        <p:spPr>
          <a:xfrm>
            <a:off x="731520" y="5797296"/>
            <a:ext cx="10716768" cy="1271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72"/>
          <p:cNvSpPr txBox="1"/>
          <p:nvPr/>
        </p:nvSpPr>
        <p:spPr>
          <a:xfrm>
            <a:off x="731520" y="5980176"/>
            <a:ext cx="107167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Inter"/>
              </a:defRPr>
            </a:pPr>
            <a:r>
              <a:rPr lang="es-MX" noProof="1"/>
              <a:t>La línea punteada es el objetivo: 100 boletos por día hasta el 27 y 160 desde el 28. La azul es la tendencia. En naranja, la semana del 28 de septiembre al 4 de octubre.</a:t>
            </a:r>
          </a:p>
        </p:txBody>
      </p:sp>
      <p:sp>
        <p:nvSpPr>
          <p:cNvPr id="196" name="TextBox 73"/>
          <p:cNvSpPr txBox="1"/>
          <p:nvPr/>
        </p:nvSpPr>
        <p:spPr>
          <a:xfrm>
            <a:off x="731520" y="6510528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CIELO MÁGICO · 28 DE SEPTIEMBRE A 4 DE OCTUBRE</a:t>
            </a:r>
          </a:p>
        </p:txBody>
      </p:sp>
      <p:sp>
        <p:nvSpPr>
          <p:cNvPr id="197" name="TextBox 74"/>
          <p:cNvSpPr txBox="1"/>
          <p:nvPr/>
        </p:nvSpPr>
        <p:spPr>
          <a:xfrm>
            <a:off x="5394960" y="651052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Inter"/>
              </a:defRPr>
            </a:pPr>
            <a:r>
              <a:rPr lang="es-MX" noProof="1"/>
              <a:t>dgdcreative.mx</a:t>
            </a:r>
          </a:p>
        </p:txBody>
      </p:sp>
      <p:sp>
        <p:nvSpPr>
          <p:cNvPr id="198" name="TextBox 75"/>
          <p:cNvSpPr txBox="1"/>
          <p:nvPr/>
        </p:nvSpPr>
        <p:spPr>
          <a:xfrm>
            <a:off x="8412480" y="6510528"/>
            <a:ext cx="303580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Inter"/>
              </a:defRPr>
            </a:pPr>
            <a:r>
              <a:rPr lang="es-MX" noProof="1"/>
              <a:t>@dgdcreative.mx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5836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21 AL 27 DE SEPTIEMBRE · BOLETERA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926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000" b="1">
                <a:solidFill>
                  <a:srgbClr val="383838"/>
                </a:solidFill>
                <a:latin typeface="Inter"/>
              </a:defRPr>
            </a:pPr>
            <a:r>
              <a:rPr lang="es-MX" noProof="1"/>
              <a:t>Objetivo: 100 boletos por día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30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889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Boletos en la semana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21488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30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127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29260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Boletos por día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1488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30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180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9260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El mejor día, el domingo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148840"/>
            <a:ext cx="198424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300" b="0">
                <a:solidFill>
                  <a:srgbClr val="383838"/>
                </a:solidFill>
                <a:latin typeface="JetBrains Mono Bold"/>
              </a:defRPr>
            </a:pPr>
            <a:r>
              <a:rPr lang="es-MX" noProof="1"/>
              <a:t>+47%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926080"/>
            <a:ext cx="198424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Contra la semana previa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11880"/>
            <a:ext cx="10716768" cy="1271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5120640" cy="7746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defRPr sz="1900" b="0">
                <a:solidFill>
                  <a:srgbClr val="383838"/>
                </a:solidFill>
                <a:latin typeface="Inter"/>
              </a:defRPr>
            </a:pPr>
            <a:r>
              <a:rPr lang="es-MX" noProof="1"/>
              <a:t>Seis de los siete días cerraron arriba del objetivo.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886200"/>
            <a:ext cx="5001768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defRPr sz="1900" b="0">
                <a:solidFill>
                  <a:srgbClr val="383838"/>
                </a:solidFill>
                <a:latin typeface="Inter"/>
              </a:defRPr>
            </a:pPr>
            <a:r>
              <a:rPr lang="es-MX" noProof="1"/>
              <a:t>La semana del 14 al 20 promedió 86 boletos por día. Esta semana promedió 127.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94960"/>
            <a:ext cx="10716768" cy="1271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107167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CONTRA EL OBJETIVO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9788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0">
                <a:solidFill>
                  <a:srgbClr val="FF8431"/>
                </a:solidFill>
                <a:latin typeface="JetBrains Mono Bold"/>
              </a:defRPr>
            </a:pPr>
            <a:r>
              <a:rPr lang="es-MX" noProof="1"/>
              <a:t>+27 boletos por día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510528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CIELO MÁGICO · 21 A 27 DE SEPTIEMBRE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651052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Inter"/>
              </a:defRPr>
            </a:pPr>
            <a:r>
              <a:rPr lang="es-MX" noProof="1"/>
              <a:t>dgdcreative.mx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6510528"/>
            <a:ext cx="303580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Inter"/>
              </a:defRPr>
            </a:pPr>
            <a:r>
              <a:rPr lang="es-MX" noProof="1"/>
              <a:t>@dgdcreative.mx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5836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21 AL 27 DE SEPTIEMBRE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926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000" b="1">
                <a:solidFill>
                  <a:srgbClr val="383838"/>
                </a:solidFill>
                <a:latin typeface="Inter"/>
              </a:defRPr>
            </a:pPr>
            <a:r>
              <a:rPr lang="es-MX" noProof="1"/>
              <a:t>Lo que se hizo esta semana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10716768" cy="1271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>
                <a:solidFill>
                  <a:srgbClr val="FF8431"/>
                </a:solidFill>
                <a:latin typeface="JetBrains Mono Bold"/>
              </a:defRPr>
            </a:pPr>
            <a:r>
              <a:rPr lang="es-MX" noProof="1"/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23744"/>
            <a:ext cx="961948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defRPr sz="3000" b="0">
                <a:solidFill>
                  <a:srgbClr val="383838"/>
                </a:solidFill>
                <a:latin typeface="Inter"/>
              </a:defRPr>
            </a:pPr>
            <a:r>
              <a:rPr lang="es-MX" noProof="1"/>
              <a:t>Optimizar y escalar sin resetear ni volver a entrar en aprendizaje.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10716768" cy="1271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>
                <a:solidFill>
                  <a:srgbClr val="FF8431"/>
                </a:solidFill>
                <a:latin typeface="JetBrains Mono Bold"/>
              </a:defRPr>
            </a:pPr>
            <a:r>
              <a:rPr lang="es-MX" noProof="1"/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096512"/>
            <a:ext cx="961948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defRPr sz="3000" b="0">
                <a:solidFill>
                  <a:srgbClr val="383838"/>
                </a:solidFill>
                <a:latin typeface="Inter"/>
              </a:defRPr>
            </a:pPr>
            <a:r>
              <a:rPr lang="es-MX" noProof="1"/>
              <a:t>Hoy 28 inició Últimos Boletos Fase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CIELO MÁGICO · 21 A 27 DE SEPTIEMBRE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651052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Inter"/>
              </a:defRPr>
            </a:pPr>
            <a:r>
              <a:rPr lang="es-MX" noProof="1"/>
              <a:t>dgdcreative.mx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6510528"/>
            <a:ext cx="303580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Inter"/>
              </a:defRPr>
            </a:pPr>
            <a:r>
              <a:rPr lang="es-MX" noProof="1"/>
              <a:t>@dgdcreative.mx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5836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21 AL 27 DE SEPTIEMBRE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926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000" b="1">
                <a:solidFill>
                  <a:srgbClr val="383838"/>
                </a:solidFill>
                <a:latin typeface="Inter"/>
              </a:defRPr>
            </a:pPr>
            <a:r>
              <a:rPr lang="es-MX" noProof="1"/>
              <a:t>Lo que está funcionando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5001768" cy="1271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0176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EL MEJOR SEGMENTO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0176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1">
                <a:solidFill>
                  <a:srgbClr val="383838"/>
                </a:solidFill>
                <a:latin typeface="Inter"/>
              </a:defRPr>
            </a:pPr>
            <a:r>
              <a:rPr lang="es-MX" noProof="1"/>
              <a:t>Jóvenes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2103120"/>
            <a:ext cx="5001768" cy="1271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2286000"/>
            <a:ext cx="500176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EL MEJOR ANUNCIO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560320"/>
            <a:ext cx="500176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1">
                <a:solidFill>
                  <a:srgbClr val="383838"/>
                </a:solidFill>
                <a:latin typeface="Inter"/>
              </a:defRPr>
            </a:pPr>
            <a:r>
              <a:rPr lang="es-MX" noProof="1"/>
              <a:t>Luces Mágicas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20440"/>
            <a:ext cx="10716768" cy="1271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1071676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TAMBIÉN ESTÁN FUNCIONANDO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41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FF8431"/>
                </a:solidFill>
                <a:latin typeface="JetBrains Mono Bold"/>
              </a:defRPr>
            </a:pPr>
            <a:r>
              <a:rPr lang="es-MX" noProof="1"/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14215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83838"/>
                </a:solidFill>
                <a:latin typeface="Inter"/>
              </a:defRPr>
            </a:pPr>
            <a:r>
              <a:rPr lang="es-MX" noProof="1"/>
              <a:t>Master de 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041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FF8431"/>
                </a:solidFill>
                <a:latin typeface="JetBrains Mono Bold"/>
              </a:defRPr>
            </a:pPr>
            <a:r>
              <a:rPr lang="es-MX" noProof="1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4014215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83838"/>
                </a:solidFill>
                <a:latin typeface="Inter"/>
              </a:defRPr>
            </a:pPr>
            <a:r>
              <a:rPr lang="es-MX" noProof="1"/>
              <a:t>Reel de Camping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4041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FF8431"/>
                </a:solidFill>
                <a:latin typeface="JetBrains Mono Bold"/>
              </a:defRPr>
            </a:pPr>
            <a:r>
              <a:rPr lang="es-MX" noProof="1"/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4014215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83838"/>
                </a:solidFill>
                <a:latin typeface="Inter"/>
              </a:defRPr>
            </a:pPr>
            <a:r>
              <a:rPr lang="es-MX" noProof="1"/>
              <a:t>Post de Luces Mágicas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46320"/>
            <a:ext cx="10716768" cy="1271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500176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CON POCOS DÍAS AL 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50017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383838"/>
                </a:solidFill>
                <a:latin typeface="Inter"/>
              </a:defRPr>
            </a:pPr>
            <a:r>
              <a:rPr lang="es-MX" noProof="1"/>
              <a:t>De Parranda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394960"/>
            <a:ext cx="500176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defRPr sz="1700" b="0">
                <a:solidFill>
                  <a:srgbClr val="666666"/>
                </a:solidFill>
                <a:latin typeface="Inter"/>
              </a:defRPr>
            </a:pPr>
            <a:r>
              <a:rPr lang="es-MX" noProof="1"/>
              <a:t>Lleva poco tiempo corriendo y ya trae buen resultado.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10528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JetBrains Mono Bold"/>
              </a:defRPr>
            </a:pPr>
            <a:r>
              <a:rPr lang="es-MX" noProof="1"/>
              <a:t>CIELO MÁGICO · 21 A 27 DE SEPTIEMBRE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651052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Inter"/>
              </a:defRPr>
            </a:pPr>
            <a:r>
              <a:rPr lang="es-MX" noProof="1"/>
              <a:t>dgdcreative.mx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6510528"/>
            <a:ext cx="303580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Inter"/>
              </a:defRPr>
            </a:pPr>
            <a:r>
              <a:rPr lang="es-MX" noProof="1"/>
              <a:t>@dgdcreative.mx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imagen-pegada.pdf" descr="imagen-pegada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508" y="5033097"/>
            <a:ext cx="3096289" cy="9023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Microsoft Macintosh PowerPoint</Application>
  <PresentationFormat>Custom</PresentationFormat>
  <Paragraphs>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Susy Lozano</cp:lastModifiedBy>
  <cp:revision>1</cp:revision>
  <dcterms:modified xsi:type="dcterms:W3CDTF">2026-09-28T21:38:00Z</dcterms:modified>
</cp:coreProperties>
</file>